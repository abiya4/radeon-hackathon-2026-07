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0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Gamified AI Tutor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front end  •  FastAPI backend  •  Local LLM via Ollama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FFB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tutoring   ·   Adaptive memory   ·   XP &amp; badges   ·   Auto-generated quizzes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TutorVerse AI?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study companion that chats, explains, quizzes, and levels the student up — powered entirely by a locally-hosted model.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Tutor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chat naturally; the backend routes each message to an AI agent for a tailored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8424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stored per-user, building a running picture of weak and strong topics over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2452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87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Progress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levels, streaks and badges turn studying into a game the student wants to come back 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9319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2452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86600" y="4187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Quizzes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8920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emit structured quiz questions alongside its answer, graded instantly for XP.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each doing one job well.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3566160"/>
            <a:ext cx="1691640" cy="0"/>
          </a:xfrm>
          <a:prstGeom prst="line">
            <a:avLst/>
          </a:prstGeom>
          <a:noFill/>
          <a:ln w="9525">
            <a:solidFill>
              <a:srgbClr val="D9D1F5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703320"/>
            <a:ext cx="22037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go_router, flutter_markdown, flutter_svg, flutter_animate, google_fonts, shared_preferences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E4E0FA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47872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67912" y="3566160"/>
            <a:ext cx="1691640" cy="0"/>
          </a:xfrm>
          <a:prstGeom prst="line">
            <a:avLst/>
          </a:prstGeom>
          <a:noFill/>
          <a:ln w="9525">
            <a:solidFill>
              <a:srgbClr val="6B608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703320"/>
            <a:ext cx="22037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chat, quizzes and profile; Pydantic schemas validate every request/response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72784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2D1B69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9944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9944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9984" y="3566160"/>
            <a:ext cx="1691640" cy="0"/>
          </a:xfrm>
          <a:prstGeom prst="line">
            <a:avLst/>
          </a:prstGeom>
          <a:noFill/>
          <a:ln w="9525">
            <a:solidFill>
              <a:srgbClr val="D9D1F5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703320"/>
            <a:ext cx="22037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embedded DB (tutorverse.db); ORM models define the User table and JSON columns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34856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E4E0FA"/>
          </a:solidFill>
          <a:ln/>
        </p:spPr>
      </p:sp>
      <p:sp>
        <p:nvSpPr>
          <p:cNvPr id="23" name="Text 21"/>
          <p:cNvSpPr/>
          <p:nvPr/>
        </p:nvSpPr>
        <p:spPr>
          <a:xfrm>
            <a:off x="9134856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272016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72016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qwen2.5:3b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592056" y="3566160"/>
            <a:ext cx="1691640" cy="0"/>
          </a:xfrm>
          <a:prstGeom prst="line">
            <a:avLst/>
          </a:prstGeom>
          <a:noFill/>
          <a:ln w="9525">
            <a:solidFill>
              <a:srgbClr val="6B6084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36024" y="3703320"/>
            <a:ext cx="22037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server queried over HTTP — no external API keys, no per-token billing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travels from the Flutter app, through FastAPI, into the agent layer, and 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07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App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3649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Quiz · Profile UI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34640" y="306324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084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46120" y="27432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907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7560" y="33649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  /quiz/submit  /profile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32120" y="306324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084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43600" y="2743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5B3FA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9077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Coordinator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35040" y="33649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handle_user_request()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084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732520" y="27432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B100"/>
          </a:solidFill>
          <a:ln/>
        </p:spPr>
      </p:sp>
      <p:sp>
        <p:nvSpPr>
          <p:cNvPr id="17" name="Text 15"/>
          <p:cNvSpPr/>
          <p:nvPr/>
        </p:nvSpPr>
        <p:spPr>
          <a:xfrm>
            <a:off x="8823960" y="2907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LLM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823960" y="33649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 — local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3977640"/>
            <a:ext cx="0" cy="777240"/>
          </a:xfrm>
          <a:prstGeom prst="line">
            <a:avLst/>
          </a:prstGeom>
          <a:noFill/>
          <a:ln w="19050">
            <a:solidFill>
              <a:srgbClr val="6B608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46120" y="47548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7F5FF"/>
          </a:solidFill>
          <a:ln w="15875">
            <a:solidFill>
              <a:srgbClr val="2D1B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4892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 ·  tutorverse.db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5212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XP · badges · memory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text + optional diagram + optional quiz, back up the same chain.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Chat Message Is Handled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to POST /chat runs the same five-step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07008" y="2157984"/>
            <a:ext cx="1517904" cy="0"/>
          </a:xfrm>
          <a:prstGeom prst="line">
            <a:avLst/>
          </a:prstGeom>
          <a:noFill/>
          <a:ln w="15875">
            <a:solidFill>
              <a:srgbClr val="6B608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2651760"/>
            <a:ext cx="1947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 &amp; identify 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3154680"/>
            <a:ext cx="1947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resolves (or seeds) the current Student user from the database.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24912" y="187452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2157984"/>
            <a:ext cx="1517904" cy="0"/>
          </a:xfrm>
          <a:prstGeom prst="line">
            <a:avLst/>
          </a:prstGeom>
          <a:noFill/>
          <a:ln w="15875">
            <a:solidFill>
              <a:srgbClr val="6B608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404872" y="2651760"/>
            <a:ext cx="1947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memory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04872" y="3154680"/>
            <a:ext cx="1947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message is appended to the user's memory list if it isn't already there, then saved.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87452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76672" y="2157984"/>
            <a:ext cx="1517904" cy="0"/>
          </a:xfrm>
          <a:prstGeom prst="line">
            <a:avLst/>
          </a:prstGeom>
          <a:noFill/>
          <a:ln w="15875">
            <a:solidFill>
              <a:srgbClr val="6B608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489704" y="2651760"/>
            <a:ext cx="1947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the coordinator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89704" y="3154680"/>
            <a:ext cx="1947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handle_user_request() passes the message and full memory to the agent layer.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94576" y="187452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20" name="Text 18"/>
          <p:cNvSpPr/>
          <p:nvPr/>
        </p:nvSpPr>
        <p:spPr>
          <a:xfrm>
            <a:off x="6894576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61504" y="2157984"/>
            <a:ext cx="1517904" cy="0"/>
          </a:xfrm>
          <a:prstGeom prst="line">
            <a:avLst/>
          </a:prstGeom>
          <a:noFill/>
          <a:ln w="15875">
            <a:solidFill>
              <a:srgbClr val="6B608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574536" y="2651760"/>
            <a:ext cx="1947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the LLM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74536" y="3154680"/>
            <a:ext cx="1947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prompts Ollama (qwen2.5:3b) over HTTP, optionally requesting JSON output.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79408" y="1874520"/>
            <a:ext cx="566928" cy="5669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25" name="Text 23"/>
          <p:cNvSpPr/>
          <p:nvPr/>
        </p:nvSpPr>
        <p:spPr>
          <a:xfrm>
            <a:off x="8979408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59368" y="2651760"/>
            <a:ext cx="1947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structured reply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59368" y="3154680"/>
            <a:ext cx="1947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an optional diagram, and an optional quiz are sent back as an AgentResponse.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E4E0F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486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model — schemas.AgentResponse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5806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str    diagram: Optional[str]    quiz: Optional[List[QuizQuestion]]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SQLAlchemy model — models.User — backs the whole app.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530352"/>
          </a:xfrm>
          <a:prstGeom prst="roundRect">
            <a:avLst>
              <a:gd name="adj" fmla="val 10345"/>
            </a:avLst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916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67712" y="169164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39312" y="16916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6309360" cy="530352"/>
          </a:xfrm>
          <a:prstGeom prst="rect">
            <a:avLst/>
          </a:prstGeom>
          <a:solidFill>
            <a:srgbClr val="F7F5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2199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67712" y="222199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39312" y="222199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6309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5234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67712" y="275234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39312" y="27523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defaults to “Student”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6309360" cy="530352"/>
          </a:xfrm>
          <a:prstGeom prst="rect">
            <a:avLst/>
          </a:prstGeom>
          <a:solidFill>
            <a:srgbClr val="F7F5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28269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67712" y="328269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39312" y="328269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experience earned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13048"/>
            <a:ext cx="6309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81304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67712" y="381304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39312" y="381304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(xp ÷ 100) + 1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6309360" cy="530352"/>
          </a:xfrm>
          <a:prstGeom prst="rect">
            <a:avLst/>
          </a:prstGeom>
          <a:solidFill>
            <a:srgbClr val="F7F5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3434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67712" y="43434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39312" y="43434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 active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73752"/>
            <a:ext cx="6309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87375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67712" y="487375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39312" y="487375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earned badge ids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404104"/>
            <a:ext cx="6309360" cy="530352"/>
          </a:xfrm>
          <a:prstGeom prst="rect">
            <a:avLst/>
          </a:prstGeom>
          <a:solidFill>
            <a:srgbClr val="F7F5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40410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67712" y="540410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39312" y="540410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strong topics seen in chat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78040" y="1691640"/>
            <a:ext cx="4434840" cy="4251960"/>
          </a:xfrm>
          <a:prstGeom prst="roundRect">
            <a:avLst>
              <a:gd name="adj" fmla="val 2151"/>
            </a:avLst>
          </a:prstGeom>
          <a:solidFill>
            <a:srgbClr val="1B0F42"/>
          </a:solidFill>
          <a:ln/>
        </p:spPr>
      </p:sp>
      <p:sp>
        <p:nvSpPr>
          <p:cNvPr id="37" name="Text 35"/>
          <p:cNvSpPr/>
          <p:nvPr/>
        </p:nvSpPr>
        <p:spPr>
          <a:xfrm>
            <a:off x="7452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JSON columns?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52360" y="2468880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and memory are stored as JSON lists rather than separate tables. For a hackathon-scale app this keeps the schema tiny — one table, no joins — while still letting the agent read a student's full history in a single query.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452360" y="4114800"/>
            <a:ext cx="3886200" cy="0"/>
          </a:xfrm>
          <a:prstGeom prst="line">
            <a:avLst/>
          </a:prstGeom>
          <a:noFill/>
          <a:ln w="12700">
            <a:solidFill>
              <a:srgbClr val="5B3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42519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452360" y="46177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re-write the whole list, and there's no per-topic querying — fine at one-user hackathon scale, a candidate to normalize later.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routes cover the entire app surface.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332720" cy="548640"/>
          </a:xfrm>
          <a:prstGeom prst="roundRect">
            <a:avLst>
              <a:gd name="adj" fmla="val 10000"/>
            </a:avLst>
          </a:prstGeom>
          <a:solidFill>
            <a:srgbClr val="F7F5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1737360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message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0332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14600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3957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2395728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for uptime monitoring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0332720" cy="548640"/>
          </a:xfrm>
          <a:prstGeom prst="roundRect">
            <a:avLst>
              <a:gd name="adj" fmla="val 10000"/>
            </a:avLst>
          </a:prstGeom>
          <a:solidFill>
            <a:srgbClr val="F7F5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72968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2D1B6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729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0540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3054096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message, update memory, get an AI reply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10332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31336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31336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7124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51960" y="3712464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username, XP, level, streak, badges, memory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10332720" cy="548640"/>
          </a:xfrm>
          <a:prstGeom prst="roundRect">
            <a:avLst>
              <a:gd name="adj" fmla="val 10000"/>
            </a:avLst>
          </a:prstGeom>
          <a:solidFill>
            <a:srgbClr val="F7F5FF"/>
          </a:solidFill>
          <a:ln w="9525">
            <a:solidFill>
              <a:srgbClr val="E4E0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489704"/>
            <a:ext cx="868680" cy="320040"/>
          </a:xfrm>
          <a:prstGeom prst="roundRect">
            <a:avLst>
              <a:gd name="adj" fmla="val 51429"/>
            </a:avLst>
          </a:prstGeom>
          <a:solidFill>
            <a:srgbClr val="2D1B6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89704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43708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/quiz/submit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4370832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an answer, award XP, recompute level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0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is framed as progress, not homework.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+XP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correct quiz answer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instantly on /quiz/submit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8288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÷100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9184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 per level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19272" y="3383280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= (xp // 100) + 1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18288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2D1B69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🔥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89788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streak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5312" y="3383280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user to encourage return visits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66760" y="18288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2D1B69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🎖️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31352" y="3383280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B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rewards stored as a JSON 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1B0F42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loop, end to 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the tutor  →  a quiz question is served  →  correct answer awards XP  →  level auto-recomputes  →  progress shows on the profile screen.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Memory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remembers what a student has asked, so it can tailor future answers.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F7F5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implementation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384048" cy="38404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50545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/chat message is checked against current_user.memory.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28269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unseen messages are appended to that list.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05993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updated list is written back with a targeted SQLAlchemy update() call.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384048" cy="384048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83717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memory list is passed into handle_user_request() on every turn, giving the agent context on prior topics.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737360"/>
            <a:ext cx="4800600" cy="4206240"/>
          </a:xfrm>
          <a:prstGeom prst="roundRect">
            <a:avLst>
              <a:gd name="adj" fmla="val 2174"/>
            </a:avLst>
          </a:prstGeom>
          <a:solidFill>
            <a:srgbClr val="2D1B69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0116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on the model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86600" y="23774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memory: JSON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2788920"/>
            <a:ext cx="4251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 models.py: “Weak topics, strong topics” — today it stores raw messages; that's the labeled data an agent needs to classify mastery per topic.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86600" y="4160520"/>
            <a:ext cx="4251960" cy="0"/>
          </a:xfrm>
          <a:prstGeom prst="line">
            <a:avLst/>
          </a:prstGeom>
          <a:noFill/>
          <a:ln w="12700">
            <a:solidFill>
              <a:srgbClr val="5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42976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next step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86600" y="466344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7B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memory entry with a subject and a correctness signal, so “weak” vs “strong” can be computed rather than inferred by the LLM each time.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Local LLM (Ollama)?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 runs on-device via Ollama's HTTP API instead of a paid cloud endpoint.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566928" cy="5669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API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per-token billing — ideal for a hackathon or student project run on limited budget.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84248"/>
            <a:ext cx="566928" cy="5669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default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messages and quiz data never leave the machine running the backend.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24528"/>
            <a:ext cx="566928" cy="5669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87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offline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on an external API being reachable or rate-limited during a demo.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9319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7F5FF"/>
          </a:solidFill>
          <a:ln/>
          <a:effectLst>
            <a:outerShdw sx="100000" sy="100000" kx="0" ky="0" algn="bl" rotWithShape="0" blurRad="76200" dist="25400" dir="5400000">
              <a:srgbClr val="3A2A6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24528"/>
            <a:ext cx="566928" cy="56692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86600" y="4187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integration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8920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ollama_client.py is a single HTTP POST to /api/generate — easy to swap models later.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that fit a fast-moving, hackathon-scale build.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EAF3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5146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FastAPI service — fast to stand up, easy to deploy anywhere Python runs.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33756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means zero external database setup for a demo.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160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coordinator function keeps the agent logic in one place to extend.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5029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98348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removes API keys, quotas, and network dependency from the critical path.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FB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011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5603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“Current user” is the first row in the table — fine for one demo user, needs real auth for multiple students.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33756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3B-parameter model trades some reasoning depth for speed on modest hardware.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206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160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list columns don't scale to per-topic analytics without a schema change.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5029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98348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Ollama timeout can be tight for longer generations under load.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0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TutorVerse AI — turning studying into a game, one locally-hosted conversation at a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FFB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FastAPI  ·  SQLAlchemy  ·  Ollama (qwen2.5:3b)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2026-08-06T15:44:23Z</dcterms:created>
  <dcterms:modified xsi:type="dcterms:W3CDTF">2026-08-06T15:44:23Z</dcterms:modified>
</cp:coreProperties>
</file>